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23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68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04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39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77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211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2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001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33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50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144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459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588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046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765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61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C3482C3-5439-4851-A305-D5B9FAD8E25D}" type="datetimeFigureOut">
              <a:rPr lang="ru-RU" smtClean="0"/>
              <a:t>21.06.2019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EAE8531-CEA3-4EB1-B6A3-90061FE81C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5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51670" y="1062241"/>
            <a:ext cx="8825658" cy="2677648"/>
          </a:xfrm>
        </p:spPr>
        <p:txBody>
          <a:bodyPr/>
          <a:lstStyle/>
          <a:p>
            <a:r>
              <a:rPr lang="ru-RU" sz="4500" dirty="0" smtClean="0"/>
              <a:t>Дипломный проект по теме: «Разработка приложения ведения заметок для предприятия»</a:t>
            </a:r>
            <a:endParaRPr lang="ru-RU" sz="45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Выполнил: Круглов Антон Николаевич</a:t>
            </a:r>
          </a:p>
          <a:p>
            <a:r>
              <a:rPr lang="ru-RU" dirty="0" smtClean="0"/>
              <a:t>Научный руководитель: Маслова Екатерина Андреевна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839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500"/>
            <a:ext cx="8305569" cy="3416300"/>
          </a:xfrm>
        </p:spPr>
        <p:txBody>
          <a:bodyPr/>
          <a:lstStyle/>
          <a:p>
            <a:r>
              <a:rPr lang="ru-RU" dirty="0" smtClean="0"/>
              <a:t>Любой пользователь регулярно сталкивается с необходимостью сохранения разнообразной информации. Зачастую такая информация представляет собой не объемные материалы, а небольшой текст или изображение с какими-то важными данными. </a:t>
            </a:r>
          </a:p>
          <a:p>
            <a:r>
              <a:rPr lang="ru-RU" dirty="0"/>
              <a:t>На рынке предлагается немало интересных программ для ведения заметок. Наиболее солидным, функциональным, но, увы, слишком дорогим для большинства пользователей решением является приложение Microsoft OneNote.</a:t>
            </a: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66366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431" y="2234223"/>
            <a:ext cx="8825659" cy="341630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	«</a:t>
            </a:r>
            <a:r>
              <a:rPr lang="en-US" dirty="0" smtClean="0"/>
              <a:t>Mercury</a:t>
            </a:r>
            <a:r>
              <a:rPr lang="ru-RU" dirty="0" smtClean="0"/>
              <a:t>»</a:t>
            </a:r>
            <a:r>
              <a:rPr lang="en-US" dirty="0" smtClean="0"/>
              <a:t> </a:t>
            </a:r>
            <a:r>
              <a:rPr lang="ru-RU" dirty="0" smtClean="0"/>
              <a:t>- программное обеспечение, разработанное одноименной компанией, основное назначение которого – хранение и обмен данными между пользователями.</a:t>
            </a:r>
            <a:endParaRPr lang="ru-RU" dirty="0"/>
          </a:p>
          <a:p>
            <a:r>
              <a:rPr lang="ru-RU" dirty="0" smtClean="0"/>
              <a:t>Полностью бесплатное</a:t>
            </a:r>
          </a:p>
          <a:p>
            <a:r>
              <a:rPr lang="ru-RU" dirty="0" smtClean="0"/>
              <a:t>Надежность информации</a:t>
            </a:r>
          </a:p>
          <a:p>
            <a:r>
              <a:rPr lang="ru-RU" dirty="0" smtClean="0"/>
              <a:t>Нужен лишь аккаунт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600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Заметка — это информационный жанр журналистики, подразумевающий краткое сообщение, в котором излагается факт или ставится конкретный вопрос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 </a:t>
            </a:r>
            <a:r>
              <a:rPr lang="ru-RU" b="1" dirty="0" smtClean="0"/>
              <a:t>Признаки заметки:</a:t>
            </a:r>
          </a:p>
          <a:p>
            <a:pPr lvl="1"/>
            <a:r>
              <a:rPr lang="ru-RU" dirty="0"/>
              <a:t>Небольшой </a:t>
            </a:r>
            <a:r>
              <a:rPr lang="ru-RU" dirty="0" smtClean="0"/>
              <a:t>объем</a:t>
            </a:r>
          </a:p>
          <a:p>
            <a:pPr lvl="1"/>
            <a:r>
              <a:rPr lang="ru-RU" dirty="0"/>
              <a:t>Т</a:t>
            </a:r>
            <a:r>
              <a:rPr lang="ru-RU" dirty="0" smtClean="0"/>
              <a:t>олько событие</a:t>
            </a:r>
          </a:p>
          <a:p>
            <a:pPr lvl="1"/>
            <a:r>
              <a:rPr lang="ru-RU" dirty="0"/>
              <a:t>Материал подается в виде ответов на вопросы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ru-RU" dirty="0"/>
              <a:t>что, где и когда произошло)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409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Необходимость разработки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  <a:r>
              <a:rPr lang="ru-RU" dirty="0" smtClean="0"/>
              <a:t>Главная </a:t>
            </a:r>
            <a:r>
              <a:rPr lang="ru-RU" dirty="0"/>
              <a:t>цель </a:t>
            </a:r>
            <a:r>
              <a:rPr lang="ru-RU" dirty="0" smtClean="0"/>
              <a:t>приложения «</a:t>
            </a:r>
            <a:r>
              <a:rPr lang="en-US" dirty="0"/>
              <a:t>Mercury</a:t>
            </a:r>
            <a:r>
              <a:rPr lang="ru-RU" dirty="0" smtClean="0"/>
              <a:t>» </a:t>
            </a:r>
            <a:r>
              <a:rPr lang="ru-RU" dirty="0"/>
              <a:t>- стать </a:t>
            </a:r>
            <a:r>
              <a:rPr lang="ru-RU" dirty="0" smtClean="0"/>
              <a:t>надежным инструментом </a:t>
            </a:r>
            <a:r>
              <a:rPr lang="ru-RU" dirty="0"/>
              <a:t>редактирования, добавления, удаления, вывода информации о </a:t>
            </a:r>
            <a:r>
              <a:rPr lang="ru-RU" dirty="0" smtClean="0"/>
              <a:t>заметках, обмена ими между разными пользователями.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81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Программное обеспечение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Язык программирования </a:t>
            </a:r>
            <a:r>
              <a:rPr lang="en-US" dirty="0" smtClean="0"/>
              <a:t>C#</a:t>
            </a:r>
          </a:p>
          <a:p>
            <a:r>
              <a:rPr lang="ru-RU" dirty="0" smtClean="0"/>
              <a:t>Язык запросов </a:t>
            </a:r>
            <a:r>
              <a:rPr lang="en-US" dirty="0" smtClean="0"/>
              <a:t>T-SQL</a:t>
            </a:r>
          </a:p>
          <a:p>
            <a:endParaRPr lang="ru-RU" dirty="0"/>
          </a:p>
        </p:txBody>
      </p:sp>
      <p:sp>
        <p:nvSpPr>
          <p:cNvPr id="4" name="AutoShape 4" descr="ÐÐ°ÑÑÐ¸Ð½ÐºÐ¸ Ð¿Ð¾ Ð·Ð°Ð¿ÑÐ¾ÑÑ c# icons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8" descr="ÐÐ°ÑÑÐ¸Ð½ÐºÐ¸ Ð¿Ð¾ Ð·Ð°Ð¿ÑÐ¾ÑÑ c# icons 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6" name="Picture 12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525" y="3675062"/>
            <a:ext cx="6819944" cy="250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ÐÐ°ÑÑÐ¸Ð½ÐºÐ¸ Ð¿Ð¾ Ð·Ð°Ð¿ÑÐ¾ÑÑ c# icons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252" y="26035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52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программного продукта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1861" y="2260600"/>
            <a:ext cx="11617224" cy="2891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	Приложение «</a:t>
            </a:r>
            <a:r>
              <a:rPr lang="en-US" b="1" dirty="0" smtClean="0"/>
              <a:t>Mercury</a:t>
            </a:r>
            <a:r>
              <a:rPr lang="ru-RU" dirty="0" smtClean="0"/>
              <a:t>»</a:t>
            </a:r>
            <a:r>
              <a:rPr lang="en-US" dirty="0" smtClean="0"/>
              <a:t> </a:t>
            </a:r>
            <a:r>
              <a:rPr lang="ru-RU" dirty="0" smtClean="0"/>
              <a:t>обеспечивает надежное хранение информации пользователя, удобное отображение данных, а так же возможность делиться информацией с другими пользователями.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11" y="3159731"/>
            <a:ext cx="5269524" cy="32570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8643" y="6432746"/>
            <a:ext cx="3063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Страница входа и регистрации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4612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2923" y="736276"/>
            <a:ext cx="8761413" cy="706964"/>
          </a:xfrm>
        </p:spPr>
        <p:txBody>
          <a:bodyPr/>
          <a:lstStyle/>
          <a:p>
            <a:r>
              <a:rPr lang="ru-RU" sz="1800" dirty="0" smtClean="0"/>
              <a:t>Приложение использует в качестве СУБД </a:t>
            </a:r>
            <a:r>
              <a:rPr lang="en-US" sz="1800" b="1" dirty="0" smtClean="0"/>
              <a:t>Microsoft SQL Server</a:t>
            </a:r>
            <a:r>
              <a:rPr lang="en-US" sz="1800" dirty="0" smtClean="0"/>
              <a:t>. </a:t>
            </a:r>
            <a:r>
              <a:rPr lang="ru-RU" sz="1800" dirty="0" smtClean="0"/>
              <a:t>Сама же база данных располагается на хостинге </a:t>
            </a:r>
            <a:r>
              <a:rPr lang="en-US" sz="1800" b="1" dirty="0" smtClean="0"/>
              <a:t>Reg.RU</a:t>
            </a:r>
            <a:r>
              <a:rPr lang="en-US" sz="1800" dirty="0" smtClean="0"/>
              <a:t>  </a:t>
            </a:r>
            <a:endParaRPr lang="ru-RU" sz="1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70" y="1582615"/>
            <a:ext cx="9148484" cy="502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0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Объекты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3116" y="2295769"/>
            <a:ext cx="8825659" cy="166956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	В приложении присутствуют несколько основных объектов: </a:t>
            </a:r>
          </a:p>
          <a:p>
            <a:r>
              <a:rPr lang="ru-RU" dirty="0" smtClean="0"/>
              <a:t>Сейф – контейнер для хранения информации</a:t>
            </a:r>
          </a:p>
          <a:p>
            <a:r>
              <a:rPr lang="ru-RU" dirty="0" smtClean="0"/>
              <a:t>Папка </a:t>
            </a:r>
          </a:p>
          <a:p>
            <a:r>
              <a:rPr lang="ru-RU" dirty="0" smtClean="0"/>
              <a:t>Элемент (Заметка)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289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Главное окно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6400" y="2263389"/>
            <a:ext cx="11374085" cy="807916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После входа в приложение перед нами открывается основное окно, где и будут отображаться вся информация пользователя.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746" y="2667347"/>
            <a:ext cx="6887342" cy="387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5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1907" y="546098"/>
            <a:ext cx="10934470" cy="19069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На левой панели отображаются сейфы пользователя, при клике на которые будет показана панель с сейфа с полной информацией: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Наименование сейфа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Создатель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Количество пользователей в сейфе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Настройки сейфа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91" y="2699239"/>
            <a:ext cx="6913284" cy="388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63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039" y="1450731"/>
            <a:ext cx="9203764" cy="51771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2039" y="800101"/>
            <a:ext cx="375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Пример заполненного сейфа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59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815407"/>
            <a:ext cx="8761413" cy="706964"/>
          </a:xfrm>
        </p:spPr>
        <p:txBody>
          <a:bodyPr/>
          <a:lstStyle/>
          <a:p>
            <a:r>
              <a:rPr lang="ru-RU" dirty="0" smtClean="0"/>
              <a:t>Обмен данными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7031" y="2269393"/>
            <a:ext cx="9826638" cy="10101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В приложении присутствует возможность пригласить другого пользователя в сейф.</a:t>
            </a:r>
            <a:br>
              <a:rPr lang="ru-RU" dirty="0" smtClean="0"/>
            </a:br>
            <a:r>
              <a:rPr lang="ru-RU" dirty="0" smtClean="0"/>
              <a:t>Для этого всего лишь нужно вписать его </a:t>
            </a:r>
            <a:r>
              <a:rPr lang="en-US" dirty="0" smtClean="0"/>
              <a:t>email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После приглашения пользователю придет уведомление о том, что его пригласили. В случае, если приглашение будет принято, сейф отобразится в списке и будут доступны все данные и возможности, кроме настроек сейфа. Это право остается за создателем.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087" y="3508132"/>
            <a:ext cx="4200525" cy="2543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2394" y="6126019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Окно приглашения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1677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6" y="978521"/>
            <a:ext cx="9132968" cy="5113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64791" y="6198578"/>
            <a:ext cx="1898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Окно уведомления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51936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916" y="1400166"/>
            <a:ext cx="9057454" cy="5094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5248" y="683497"/>
            <a:ext cx="968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После принятия приглашения у пользователя отобразился  сейф со всем содержимым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21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Приложение </a:t>
            </a:r>
            <a:r>
              <a:rPr lang="ru-RU" dirty="0" smtClean="0"/>
              <a:t>«</a:t>
            </a:r>
            <a:r>
              <a:rPr lang="en-US" b="1" dirty="0"/>
              <a:t>Mercury</a:t>
            </a:r>
            <a:r>
              <a:rPr lang="ru-RU" dirty="0" smtClean="0"/>
              <a:t>»</a:t>
            </a:r>
            <a:r>
              <a:rPr lang="en-US" dirty="0" smtClean="0"/>
              <a:t> </a:t>
            </a:r>
            <a:r>
              <a:rPr lang="ru-RU" dirty="0" smtClean="0"/>
              <a:t>является не только отличным инструментом для хранения заметок, но и способен облегчить трудовые будни сотрудников разных компаний, которые обмениваются деловой информацией между собой. </a:t>
            </a:r>
          </a:p>
          <a:p>
            <a:pPr marL="0" indent="0">
              <a:buNone/>
            </a:pPr>
            <a:r>
              <a:rPr lang="x-none" dirty="0" smtClean="0"/>
              <a:t>В </a:t>
            </a:r>
            <a:r>
              <a:rPr lang="x-none" dirty="0"/>
              <a:t>процессе разработки данного дипломного проекта я как закрепил уже знающий материал, и получил множество мелких тонкостей разработки программного обеспечения.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749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22008" y="2872806"/>
            <a:ext cx="8761413" cy="706964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СПАСИБО ЗА ВНИМАНИЕ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51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95</TotalTime>
  <Words>295</Words>
  <Application>Microsoft Office PowerPoint</Application>
  <PresentationFormat>Широкоэкранный</PresentationFormat>
  <Paragraphs>48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Совет директоров</vt:lpstr>
      <vt:lpstr>Дипломный проект по теме: «Разработка приложения ведения заметок для предприятия»</vt:lpstr>
      <vt:lpstr>Введение</vt:lpstr>
      <vt:lpstr>Актуальность</vt:lpstr>
      <vt:lpstr>Анализ предметной области</vt:lpstr>
      <vt:lpstr>Необходимость разработки</vt:lpstr>
      <vt:lpstr>Программное обеспечение</vt:lpstr>
      <vt:lpstr>Описание программного продукта</vt:lpstr>
      <vt:lpstr>Приложение использует в качестве СУБД Microsoft SQL Server. Сама же база данных располагается на хостинге Reg.RU  </vt:lpstr>
      <vt:lpstr>Объекты приложения</vt:lpstr>
      <vt:lpstr>Главное окно приложения</vt:lpstr>
      <vt:lpstr>Презентация PowerPoint</vt:lpstr>
      <vt:lpstr>Презентация PowerPoint</vt:lpstr>
      <vt:lpstr>Обмен данными</vt:lpstr>
      <vt:lpstr>Презентация PowerPoint</vt:lpstr>
      <vt:lpstr>Презентация PowerPoint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Дипломный проект по теме: «Разработка приложения ведения заметок для предприятия»</dc:title>
  <dc:creator>tsundeerekuudere@yandex.ru</dc:creator>
  <cp:lastModifiedBy>ata.anthon@yandex.ru</cp:lastModifiedBy>
  <cp:revision>36</cp:revision>
  <dcterms:created xsi:type="dcterms:W3CDTF">2019-06-20T23:10:01Z</dcterms:created>
  <dcterms:modified xsi:type="dcterms:W3CDTF">2019-06-21T06:51:00Z</dcterms:modified>
</cp:coreProperties>
</file>